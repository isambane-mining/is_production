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sldIdLst>
    <p:sldId id="845" r:id="rId5"/>
    <p:sldId id="2147474211" r:id="rId6"/>
    <p:sldId id="2147474183" r:id="rId7"/>
    <p:sldId id="876" r:id="rId8"/>
    <p:sldId id="2147474160" r:id="rId9"/>
    <p:sldId id="4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A6A6A6"/>
    <a:srgbClr val="000066"/>
    <a:srgbClr val="302D24"/>
    <a:srgbClr val="002060"/>
    <a:srgbClr val="312E25"/>
    <a:srgbClr val="888888"/>
    <a:srgbClr val="4C2600"/>
    <a:srgbClr val="663300"/>
    <a:srgbClr val="A496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160DED-D88B-4FA2-9EA8-C28F65A2CBCE}" v="1" dt="2026-09-28T05:03:47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9CD76-E71D-400F-9255-8CA7DBC21FFB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590534-18EA-47E6-9F33-631A21686E2D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10278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B9E2C-D7BA-D2B8-CD1D-57B697B92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2B706C-CDFD-F075-EAF9-330F25346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39966E-B924-91CC-2F9B-CD43645232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F5443-0E29-005D-201F-E792B02733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FE6FF80-9456-48EA-B77F-13F43E852E06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6046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3D773-AEBA-BFCA-6675-37A3EED93E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2C251A-AB6C-44B8-A297-CCF71D6E8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DC8099-AE4E-5EC5-E180-F865C867D2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BCF15E-A256-4E4E-833B-E13F32BAB25A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A50CB-3FCE-818E-A033-5DA3336D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CAE18-DFC2-AE0C-9F95-C9BA4EA8D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798D46-2320-4B7F-9860-EE390D07A9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9689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53E77-D997-87D0-5FFF-3E438014D2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0BCF15E-A256-4E4E-833B-E13F32BAB25A}" type="datetimeFigureOut">
              <a:rPr lang="en-ZA" smtClean="0"/>
              <a:t>2026/09/28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A0BC33C-4B06-68BA-034A-F09DADBE3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0E1A2-69DD-11F4-C406-E578E31F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9798D46-2320-4B7F-9860-EE390D07A93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36531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ntent slid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DA825-50F4-460E-9E59-03CD91BA96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Title of slide goes here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FDE0840C-1D98-4F1B-9BD2-955703248005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334963" y="1103419"/>
            <a:ext cx="9467851" cy="380060"/>
          </a:xfrm>
        </p:spPr>
        <p:txBody>
          <a:bodyPr anchor="ctr" anchorCtr="0">
            <a:normAutofit/>
          </a:bodyPr>
          <a:lstStyle>
            <a:lvl1pPr marL="0" indent="0" algn="l">
              <a:buNone/>
              <a:defRPr sz="18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ZA"/>
              <a:t>Sub-title goes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D4E4F4C-4125-ADE0-248F-644AD44ABA7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34258" y="1716088"/>
            <a:ext cx="9467851" cy="44672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8D66A95-A92D-3303-E8D1-8A1039783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17755" y="6582412"/>
            <a:ext cx="2743200" cy="235837"/>
          </a:xfrm>
          <a:prstGeom prst="rect">
            <a:avLst/>
          </a:prstGeom>
        </p:spPr>
        <p:txBody>
          <a:bodyPr lIns="0" tIns="0" rIns="0" bIns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2F87280F-BC9B-444D-ACB4-805D3137ED05}" type="slidenum">
              <a:rPr lang="en-ZA" smtClean="0"/>
              <a:pPr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39184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0366290-CC62-20D6-782D-15D4C02C3360}"/>
              </a:ext>
            </a:extLst>
          </p:cNvPr>
          <p:cNvSpPr/>
          <p:nvPr userDrawn="1"/>
        </p:nvSpPr>
        <p:spPr>
          <a:xfrm>
            <a:off x="0" y="6631653"/>
            <a:ext cx="12192000" cy="218182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ZA" sz="3200" b="1"/>
              <a:t>  </a:t>
            </a:r>
            <a:endParaRPr lang="en-ZA" sz="1200" b="1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59CF70-0845-9189-8CD6-3A8354FB3286}"/>
              </a:ext>
            </a:extLst>
          </p:cNvPr>
          <p:cNvSpPr/>
          <p:nvPr userDrawn="1"/>
        </p:nvSpPr>
        <p:spPr>
          <a:xfrm rot="5400000">
            <a:off x="-2941951" y="3673456"/>
            <a:ext cx="6120884" cy="229550"/>
          </a:xfrm>
          <a:prstGeom prst="rect">
            <a:avLst/>
          </a:prstGeom>
          <a:gradFill flip="none" rotWithShape="1">
            <a:gsLst>
              <a:gs pos="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ZA" sz="3200" b="1"/>
              <a:t>  </a:t>
            </a:r>
            <a:endParaRPr lang="en-ZA" sz="1200" b="1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7011340-632E-0B2D-F583-94F778DFED92}"/>
              </a:ext>
            </a:extLst>
          </p:cNvPr>
          <p:cNvSpPr/>
          <p:nvPr userDrawn="1"/>
        </p:nvSpPr>
        <p:spPr>
          <a:xfrm>
            <a:off x="0" y="0"/>
            <a:ext cx="12192000" cy="727788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/>
              </a:gs>
            </a:gsLst>
            <a:lin ang="0" scaled="1"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pic>
        <p:nvPicPr>
          <p:cNvPr id="6" name="Picture 5" descr="Presentation to SIRITI &#10;">
            <a:extLst>
              <a:ext uri="{FF2B5EF4-FFF2-40B4-BE49-F238E27FC236}">
                <a16:creationId xmlns:a16="http://schemas.microsoft.com/office/drawing/2014/main" id="{4A0F4314-43E0-FA1F-1ABA-B8F03DF245A0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0220" b="17529"/>
          <a:stretch/>
        </p:blipFill>
        <p:spPr bwMode="auto">
          <a:xfrm>
            <a:off x="116765" y="58385"/>
            <a:ext cx="2197626" cy="68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5DDE9FD-9737-67CF-25A5-4D8E5BDCE1CC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0183039" y="1"/>
            <a:ext cx="2023907" cy="735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898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  <p:sldLayoutId id="214748365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8AFB-8414-0D96-B026-7C5343DC7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9635D9E-52A2-84FF-9B65-AE685744B08F}"/>
              </a:ext>
            </a:extLst>
          </p:cNvPr>
          <p:cNvSpPr txBox="1"/>
          <p:nvPr/>
        </p:nvSpPr>
        <p:spPr>
          <a:xfrm>
            <a:off x="11524021" y="6606819"/>
            <a:ext cx="6848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ZA" sz="1200" b="1"/>
              <a:t>Slide : 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3BA1DD-427B-C0B6-18AA-545DBE2D9C87}"/>
              </a:ext>
            </a:extLst>
          </p:cNvPr>
          <p:cNvSpPr/>
          <p:nvPr/>
        </p:nvSpPr>
        <p:spPr>
          <a:xfrm>
            <a:off x="9023230" y="0"/>
            <a:ext cx="3203274" cy="725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2D177E-A637-CB5F-F6C8-3E47636DF9B7}"/>
              </a:ext>
            </a:extLst>
          </p:cNvPr>
          <p:cNvSpPr txBox="1"/>
          <p:nvPr/>
        </p:nvSpPr>
        <p:spPr>
          <a:xfrm>
            <a:off x="10167078" y="6345355"/>
            <a:ext cx="1989519" cy="33855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ZA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22</a:t>
            </a:r>
            <a:r>
              <a:rPr lang="en-ZA" sz="1600" b="1" baseline="30000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th </a:t>
            </a:r>
            <a:r>
              <a:rPr lang="en-ZA" sz="1600" b="1" dirty="0">
                <a:solidFill>
                  <a:schemeClr val="accent4">
                    <a:lumMod val="40000"/>
                    <a:lumOff val="60000"/>
                  </a:schemeClr>
                </a:solidFill>
              </a:rPr>
              <a:t>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078014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F9266-6E1D-EF6E-1724-FEAE801E0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>
            <a:extLst>
              <a:ext uri="{FF2B5EF4-FFF2-40B4-BE49-F238E27FC236}">
                <a16:creationId xmlns:a16="http://schemas.microsoft.com/office/drawing/2014/main" id="{D80A1264-CA1B-1D63-9CD0-57C6904ACC8C}"/>
              </a:ext>
            </a:extLst>
          </p:cNvPr>
          <p:cNvSpPr/>
          <p:nvPr/>
        </p:nvSpPr>
        <p:spPr>
          <a:xfrm>
            <a:off x="9023230" y="0"/>
            <a:ext cx="3203274" cy="725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A3210E-6F6F-C39D-5F79-5EBB49D81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7552" y="-322278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F33DD5D8-31A7-265C-D406-D689EDD5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6628" y="6034072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2E5018D-85A7-BA4E-8328-9206894B37DA}" type="slidenum">
              <a:rPr lang="en-US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2357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03F18-A74E-E7A7-AD1B-220E351C8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Rectangle 123">
            <a:extLst>
              <a:ext uri="{FF2B5EF4-FFF2-40B4-BE49-F238E27FC236}">
                <a16:creationId xmlns:a16="http://schemas.microsoft.com/office/drawing/2014/main" id="{A9DFDF31-5F25-C1D9-6F01-2C74A3B2572A}"/>
              </a:ext>
            </a:extLst>
          </p:cNvPr>
          <p:cNvSpPr/>
          <p:nvPr/>
        </p:nvSpPr>
        <p:spPr>
          <a:xfrm>
            <a:off x="9023230" y="0"/>
            <a:ext cx="3203274" cy="725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677F284-DB68-16D0-5A17-E67A5B1B50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7552" y="-322278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5DA32F95-B05F-05EA-4BA2-0DEF547D2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46628" y="6034072"/>
            <a:ext cx="2743200" cy="3651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12E5018D-85A7-BA4E-8328-9206894B37DA}" type="slidenum">
              <a:rPr lang="en-US">
                <a:solidFill>
                  <a:srgbClr val="FFFFFF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762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A3650F-3FFD-13DC-0905-46AEF2923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4251FE1-3E4F-6103-0C99-72BE37C124D5}"/>
              </a:ext>
            </a:extLst>
          </p:cNvPr>
          <p:cNvSpPr/>
          <p:nvPr/>
        </p:nvSpPr>
        <p:spPr>
          <a:xfrm>
            <a:off x="9023230" y="0"/>
            <a:ext cx="3203274" cy="725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51000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D70302-C98F-583D-0E4C-1B7616AE6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14CD1BC-BFAE-1E74-A618-C0FBF852DB22}"/>
              </a:ext>
            </a:extLst>
          </p:cNvPr>
          <p:cNvSpPr/>
          <p:nvPr/>
        </p:nvSpPr>
        <p:spPr>
          <a:xfrm>
            <a:off x="9023230" y="0"/>
            <a:ext cx="3203274" cy="725833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78943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050F48-719A-A137-AA35-A50347BF3E1B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59C036A-BC81-F2C9-2F4D-18F29E59F43A}"/>
              </a:ext>
            </a:extLst>
          </p:cNvPr>
          <p:cNvSpPr txBox="1"/>
          <p:nvPr/>
        </p:nvSpPr>
        <p:spPr>
          <a:xfrm>
            <a:off x="4327523" y="2921168"/>
            <a:ext cx="4289700" cy="1015663"/>
          </a:xfrm>
          <a:prstGeom prst="rect">
            <a:avLst/>
          </a:prstGeom>
          <a:noFill/>
          <a:effectLst>
            <a:outerShdw blurRad="901700" dist="25400" dir="2700000" algn="tl" rotWithShape="0">
              <a:srgbClr val="FFC000">
                <a:alpha val="90000"/>
              </a:srgb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6000" b="1">
                <a:solidFill>
                  <a:schemeClr val="bg1"/>
                </a:solidFill>
              </a:rPr>
              <a:t>Thank you …</a:t>
            </a:r>
            <a:endParaRPr lang="en-ZA" sz="60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7398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5135B541582A4D9489A8FE467DC409" ma:contentTypeVersion="15" ma:contentTypeDescription="Create a new document." ma:contentTypeScope="" ma:versionID="14fbf39a1270f64edad4b349ffa31c26">
  <xsd:schema xmlns:xsd="http://www.w3.org/2001/XMLSchema" xmlns:xs="http://www.w3.org/2001/XMLSchema" xmlns:p="http://schemas.microsoft.com/office/2006/metadata/properties" xmlns:ns2="add2f980-2350-4fe3-9216-9cd200bc8100" xmlns:ns3="cde80aeb-dca0-437f-a73c-3a76fb3cb51c" targetNamespace="http://schemas.microsoft.com/office/2006/metadata/properties" ma:root="true" ma:fieldsID="969f48d6da8fce28e89201688582bbcf" ns2:_="" ns3:_="">
    <xsd:import namespace="add2f980-2350-4fe3-9216-9cd200bc8100"/>
    <xsd:import namespace="cde80aeb-dca0-437f-a73c-3a76fb3cb51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d2f980-2350-4fe3-9216-9cd200bc810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952adfce-1028-41ba-ad75-c72b945e3252}" ma:internalName="TaxCatchAll" ma:showField="CatchAllData" ma:web="add2f980-2350-4fe3-9216-9cd200bc81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e80aeb-dca0-437f-a73c-3a76fb3cb5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4c780151-eb30-4a9a-a588-75587d98036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dd2f980-2350-4fe3-9216-9cd200bc8100" xsi:nil="true"/>
    <lcf76f155ced4ddcb4097134ff3c332f xmlns="cde80aeb-dca0-437f-a73c-3a76fb3cb51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FE46DAEE-3CD3-4F5E-B31B-4C863E0ADE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d2f980-2350-4fe3-9216-9cd200bc8100"/>
    <ds:schemaRef ds:uri="cde80aeb-dca0-437f-a73c-3a76fb3cb5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82022822-71BA-4606-9A31-AA5EAC5658A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68FD040-02BE-4613-B414-7D6CA74ECBE3}">
  <ds:schemaRefs>
    <ds:schemaRef ds:uri="5f6f3c2c-f1c2-41f8-8906-b415bb1478bc"/>
    <ds:schemaRef ds:uri="9e2f00cd-3fce-4683-8875-cc940318f07e"/>
    <ds:schemaRef ds:uri="add2f980-2350-4fe3-9216-9cd200bc8100"/>
    <ds:schemaRef ds:uri="cde80aeb-dca0-437f-a73c-3a76fb3cb51c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12</Words>
  <Application>Microsoft Office PowerPoint</Application>
  <PresentationFormat>Widescreen</PresentationFormat>
  <Paragraphs>6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Shaun Levings</dc:creator>
  <cp:lastModifiedBy>Juan Swanepoel</cp:lastModifiedBy>
  <cp:revision>5</cp:revision>
  <dcterms:created xsi:type="dcterms:W3CDTF">2022-10-31T07:13:59Z</dcterms:created>
  <dcterms:modified xsi:type="dcterms:W3CDTF">2026-09-28T11:11:49Z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2024-06-10T05:04:55Z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ed0b36e3-a2c4-4c3d-a6ca-a156f1fc0a9d</vt:lpwstr>
  </property>
  <property fmtid="{D5CDD505-2E9C-101B-9397-08002B2CF9AE}" pid="7" name="MSIP_Label_defa4170-0d19-0005-0004-bc88714345d2_ActionId">
    <vt:lpwstr>a4454460-2fec-43df-a305-d7e20bc35041</vt:lpwstr>
  </property>
  <property fmtid="{D5CDD505-2E9C-101B-9397-08002B2CF9AE}" pid="8" name="MSIP_Label_defa4170-0d19-0005-0004-bc88714345d2_ContentBits">
    <vt:lpwstr>0</vt:lpwstr>
  </property>
  <property fmtid="{D5CDD505-2E9C-101B-9397-08002B2CF9AE}" pid="9" name="MediaServiceImageTags">
    <vt:lpwstr/>
  </property>
  <property fmtid="{D5CDD505-2E9C-101B-9397-08002B2CF9AE}" pid="10" name="ContentTypeId">
    <vt:lpwstr>0x010100C15135B541582A4D9489A8FE467DC409</vt:lpwstr>
  </property>
</Properties>
</file>